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 b="1">
                <a:solidFill>
                  <a:srgbClr val="00008B"/>
                </a:solidFill>
              </a:defRPr>
            </a:pPr>
            <a:r>
              <a:t>Fear Detection Smartwatch – Business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A Next-Gen Safety &amp; Security Innovation</a:t>
            </a:r>
          </a:p>
          <a:p>
            <a:r>
              <a:t>Date: March 16, 2025</a:t>
            </a:r>
          </a:p>
          <a:p>
            <a:r>
              <a:t>[Insert Logo or Smartwatch Icon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008B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 b="1">
                <a:solidFill>
                  <a:srgbClr val="000000"/>
                </a:solidFill>
              </a:defRPr>
            </a:pPr>
            <a:r>
              <a:t>We’re revolutionizing safety with the world’s first AI-powered fear detection smartwatch.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Target Audience: Students, women, elderly.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Key Features: Real-time fear tracking, instant alerts, phone-free operation.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Market Edge: No direct competitors in fear detection.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Potential: Massive demand from schools, parents, and governments.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Smartwatch with glowing alert symbol - Add image 'smartwatch.png']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FF0000"/>
                </a:solidFill>
              </a:defRPr>
            </a:pPr>
            <a:r>
              <a:t>1. The Problem –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The Safety Crisis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Every day, millions face danger but lack instant help.</a:t>
            </a:r>
          </a:p>
          <a:p>
            <a:pPr>
              <a:defRPr sz="1200" b="1">
                <a:solidFill>
                  <a:srgbClr val="000000"/>
                </a:solidFill>
              </a:defRPr>
            </a:pPr>
            <a:r>
              <a:t>Current smartwatches track health, not fear or distress.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Schools and governments need innovative safety solutions.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Silhouette of a person in distress - Add image 'silhouette.png']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[Stat Callout: “Millions at Risk Daily” in a red circle]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2. The Solution –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Our Innovation</a:t>
            </a:r>
          </a:p>
          <a:p>
            <a:pPr>
              <a:defRPr sz="1200" b="1">
                <a:solidFill>
                  <a:srgbClr val="000000"/>
                </a:solidFill>
              </a:defRPr>
            </a:pPr>
            <a:r>
              <a:t>An AI-powered smartwatch that: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Tracks fear via heart rate, sweating, motion, voice, and expressions.</a:t>
            </a:r>
          </a:p>
          <a:p>
            <a:pPr>
              <a:defRPr sz="1200" b="1">
                <a:solidFill>
                  <a:srgbClr val="000000"/>
                </a:solidFill>
              </a:defRPr>
            </a:pPr>
            <a:r>
              <a:t>Sends instant alerts to guardians or authorities.</a:t>
            </a:r>
          </a:p>
          <a:p>
            <a:pPr>
              <a:defRPr sz="1200" b="1">
                <a:solidFill>
                  <a:srgbClr val="000000"/>
                </a:solidFill>
              </a:defRPr>
            </a:pPr>
            <a:r>
              <a:t>Operates independently with eSIM + 4G LTE + WiFi.</a:t>
            </a:r>
          </a:p>
          <a:p>
            <a:pPr>
              <a:defRPr sz="1200" b="1">
                <a:solidFill>
                  <a:srgbClr val="000000"/>
                </a:solidFill>
              </a:defRPr>
            </a:pPr>
            <a:r>
              <a:t>Improves accuracy with cloud-based AI.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Flowchart – Smartwatch → Sensors → Cloud → Alerts]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3. Business Model – How We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Revenue Streams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Direct Sales: ₹18,999/unit (₹7,000 profit).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Subscriptions: ₹1,500/year for AI insights.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Partnerships: Bulk orders from schools/governments.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Licensing: AI tech to other brands.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Pie chart showing revenue split]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008B"/>
                </a:solidFill>
              </a:defRPr>
            </a:pPr>
            <a:r>
              <a:t>4. Market Potential – 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Huge Demand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India: 250M+ students, 500M+ women.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Global: US, UK, UAE, Europe.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Industry: ₹10,000 Cr women’s safety tech (30% CAGR).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0.1% Market Capture = ₹9,500 Cr revenue.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Map with highlighted regions - Add image 'map.png']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[Stat Callout: “85% of parents worry about safety” in a blue bubble]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800080"/>
                </a:solidFill>
              </a:defRPr>
            </a:pPr>
            <a:r>
              <a:t>5. Prototype Development – When?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Timeline &amp; Cost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Cost: ₹7L – ₹15L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Phase 1 (Months 1-2): R&amp;D, AI modeling.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Phase 2 (Months 3-4): Hardware integration.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Phase 3 (Months 5-6): Testing.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Phase 4 (Months 7-8): Production.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Horizontal timeline with milestones]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4572000" cy="182880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8080"/>
                </a:solidFill>
              </a:defRPr>
            </a:pPr>
            <a:r>
              <a:t>6. Funding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How We Raise Capital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Step 1: ₹10L MSME loan (prototype).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Step 2: Government/school bulk orders.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Step 3: ₹5Cr – ₹10Cr from investors (post-MVP).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Flowchart – Loan → Orders → Investors]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FFA500"/>
                </a:solidFill>
              </a:defRPr>
            </a:pPr>
            <a:r>
              <a:t>7. 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How We Sell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Institutional: Schools, safety orgs.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B2C: Amazon, Flipkart, website.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Marketing: Ads, influencers, media buzz.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Collage of a school, shopping cart, megaphone]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FFD700"/>
                </a:solidFill>
              </a:defRPr>
            </a:pPr>
            <a:r>
              <a:t>8. Financial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Revenue &amp; ROI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Year 1: 10,000 units = ₹189 Cr.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Year 2: 25,000 units = ₹475 Cr.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Break-even: 18 months (5,000 units).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Year 2 Profit: ₹50 Cr+.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Line graph of revenue growth]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808080"/>
                </a:solidFill>
              </a:defRPr>
            </a:pPr>
            <a:r>
              <a:t>9. Team &amp;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Lean &amp; Efficient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Team: AI, hardware, marketing.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Monthly Cost: ₹3L.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Example: AI Engineers (2) @ ₹50,000 each.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Simple org chart with roles]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008B"/>
                </a:solidFill>
              </a:defRPr>
            </a:pPr>
            <a:r>
              <a:t>10. Why Invest?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The Opportunity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World’s first fear detection smartwatch.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No competition, massive need.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High profit: ₹7,000/unit.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Globally scalable.</a:t>
            </a:r>
          </a:p>
          <a:p>
            <a:pPr>
              <a:defRPr sz="1200" b="1">
                <a:solidFill>
                  <a:srgbClr val="000000"/>
                </a:solidFill>
              </a:defRPr>
            </a:pPr>
            <a:r>
              <a:t>A safety revolution!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Smartwatch with glowing halo - Add image 'smartwatch.png']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“Let’s build the future of safety together!”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Contact: [Your email/phone]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Next Steps: Fund the prototype → Dominate the market.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[Graphic: Rocket or handshake icon - Add image 'rocket.png']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